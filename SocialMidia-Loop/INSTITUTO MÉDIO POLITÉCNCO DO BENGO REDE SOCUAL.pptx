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67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tângulo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ço Reservado para Conteúdo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ço Reservado para Conteúdo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Conteúdo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ransition spd="slow">
    <p:cover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ransition spd="slow">
    <p:cover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ço Reservado para Conteúdo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ector reto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slow">
    <p:cover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8FA261A-0517-4712-8011-90E34ED4593C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634B47E-E0F2-49F5-B003-8AA50972660D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cover dir="rd"/>
  </p:transition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032" y="5445224"/>
            <a:ext cx="3776464" cy="766936"/>
          </a:xfrm>
        </p:spPr>
        <p:txBody>
          <a:bodyPr/>
          <a:lstStyle/>
          <a:p>
            <a:r>
              <a:rPr lang="pt-BR" dirty="0" smtClean="0"/>
              <a:t>Eng. Simony Mendes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8032" y="980728"/>
            <a:ext cx="7772400" cy="129614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INSTITUTO MÉDIO POLITÉCNCO DO BENGO</a:t>
            </a:r>
            <a:endParaRPr lang="pt-BR" sz="4000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760040" y="2564904"/>
            <a:ext cx="7772400" cy="1872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b="1" dirty="0" smtClean="0"/>
              <a:t>REDE SOCIAL</a:t>
            </a:r>
          </a:p>
          <a:p>
            <a:r>
              <a:rPr lang="pt-BR" dirty="0" smtClean="0"/>
              <a:t>(PLATAFORMA DIGITAL)</a:t>
            </a:r>
          </a:p>
        </p:txBody>
      </p:sp>
    </p:spTree>
    <p:extLst>
      <p:ext uri="{BB962C8B-B14F-4D97-AF65-F5344CB8AC3E}">
        <p14:creationId xmlns:p14="http://schemas.microsoft.com/office/powerpoint/2010/main" val="944868571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76672"/>
            <a:ext cx="6120680" cy="6048672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620688"/>
            <a:ext cx="3240360" cy="115212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 sz="3200" dirty="0">
                <a:solidFill>
                  <a:schemeClr val="tx1"/>
                </a:solidFill>
              </a:rPr>
              <a:t>INTRODUÇÃO</a:t>
            </a: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79512" y="1700808"/>
            <a:ext cx="3240360" cy="4824536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lvl="0" algn="just"/>
            <a:r>
              <a:rPr lang="pt-BR" sz="2700" dirty="0">
                <a:solidFill>
                  <a:prstClr val="black"/>
                </a:solidFill>
              </a:rPr>
              <a:t>Uma rede social é uma plataforma digital que permite a interação, compartilhamento de informações, comunicação e criação de conexões entre pessoas, grupos ou organizações.</a:t>
            </a:r>
          </a:p>
          <a:p>
            <a:pPr algn="just"/>
            <a:endParaRPr lang="pt-BR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949694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8712968" cy="896144"/>
          </a:xfrm>
        </p:spPr>
        <p:txBody>
          <a:bodyPr>
            <a:noAutofit/>
          </a:bodyPr>
          <a:lstStyle/>
          <a:p>
            <a:pPr algn="l"/>
            <a:r>
              <a:rPr lang="pt-BR" sz="3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OBJETIVO DAS REDES SOCIAIS</a:t>
            </a:r>
            <a:endParaRPr lang="pt-BR" sz="3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301752" y="1671063"/>
            <a:ext cx="8503920" cy="46382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4400" dirty="0"/>
              <a:t>As redes sociais foram criadas para facilitar a comunicação, permitir a troca de ideias, criar comunidades e aproximar pessoas, independentemente da distância geográfica.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1254207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712968" cy="896144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chemeClr val="tx1"/>
                </a:solidFill>
              </a:rPr>
              <a:t>CARACTERÍSTICAS PRINCIPAIS</a:t>
            </a:r>
            <a:endParaRPr lang="pt-BR" sz="3600" b="1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01752" y="1383032"/>
            <a:ext cx="8503920" cy="5142312"/>
          </a:xfrm>
        </p:spPr>
        <p:txBody>
          <a:bodyPr>
            <a:noAutofit/>
          </a:bodyPr>
          <a:lstStyle/>
          <a:p>
            <a:pPr algn="just"/>
            <a:r>
              <a:rPr lang="pt-BR" sz="3700" dirty="0" smtClean="0"/>
              <a:t>Perfil </a:t>
            </a:r>
            <a:r>
              <a:rPr lang="pt-BR" sz="3700" dirty="0"/>
              <a:t>do </a:t>
            </a:r>
            <a:r>
              <a:rPr lang="pt-BR" sz="3700" dirty="0" smtClean="0"/>
              <a:t>usuário; </a:t>
            </a:r>
            <a:endParaRPr lang="pt-BR" sz="3700" dirty="0"/>
          </a:p>
          <a:p>
            <a:pPr algn="just"/>
            <a:r>
              <a:rPr lang="pt-BR" sz="3700" dirty="0" smtClean="0"/>
              <a:t>Lista </a:t>
            </a:r>
            <a:r>
              <a:rPr lang="pt-BR" sz="3700" dirty="0"/>
              <a:t>de </a:t>
            </a:r>
            <a:r>
              <a:rPr lang="pt-BR" sz="3700" dirty="0" smtClean="0"/>
              <a:t>amigos/seguidores;</a:t>
            </a:r>
            <a:endParaRPr lang="pt-BR" sz="3700" dirty="0"/>
          </a:p>
          <a:p>
            <a:pPr algn="just"/>
            <a:r>
              <a:rPr lang="pt-BR" sz="3700" dirty="0" smtClean="0"/>
              <a:t>Sistema </a:t>
            </a:r>
            <a:r>
              <a:rPr lang="pt-BR" sz="3700" dirty="0"/>
              <a:t>de publicações e </a:t>
            </a:r>
            <a:r>
              <a:rPr lang="pt-BR" sz="3700" dirty="0" smtClean="0"/>
              <a:t>comentários</a:t>
            </a:r>
          </a:p>
          <a:p>
            <a:pPr algn="just"/>
            <a:r>
              <a:rPr lang="pt-BR" sz="3700" dirty="0" smtClean="0"/>
              <a:t>Interações </a:t>
            </a:r>
            <a:r>
              <a:rPr lang="pt-BR" sz="3700" dirty="0"/>
              <a:t>(curtidas, partilhas, </a:t>
            </a:r>
            <a:r>
              <a:rPr lang="pt-BR" sz="3700" dirty="0" smtClean="0"/>
              <a:t>reações);</a:t>
            </a:r>
          </a:p>
          <a:p>
            <a:pPr algn="just"/>
            <a:r>
              <a:rPr lang="pt-BR" sz="3700" dirty="0" smtClean="0"/>
              <a:t>Comunicação </a:t>
            </a:r>
            <a:r>
              <a:rPr lang="pt-BR" sz="3700" dirty="0"/>
              <a:t>via chat ou mensagens </a:t>
            </a:r>
            <a:r>
              <a:rPr lang="pt-BR" sz="3700" dirty="0" smtClean="0"/>
              <a:t>privadas;</a:t>
            </a:r>
          </a:p>
        </p:txBody>
      </p:sp>
    </p:spTree>
    <p:extLst>
      <p:ext uri="{BB962C8B-B14F-4D97-AF65-F5344CB8AC3E}">
        <p14:creationId xmlns:p14="http://schemas.microsoft.com/office/powerpoint/2010/main" val="879027906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602" y="1268760"/>
            <a:ext cx="6137886" cy="4320480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620688"/>
            <a:ext cx="3384376" cy="106828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 sz="2800" dirty="0" smtClean="0">
                <a:solidFill>
                  <a:schemeClr val="tx1"/>
                </a:solidFill>
              </a:rPr>
              <a:t>TIPOS DE REDES SOCIAIS</a:t>
            </a: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79512" y="1628800"/>
            <a:ext cx="3384376" cy="489654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pt-BR" sz="2200" dirty="0">
                <a:solidFill>
                  <a:schemeClr val="tx1"/>
                </a:solidFill>
              </a:rPr>
              <a:t>• Redes sociais de relacionamento (</a:t>
            </a:r>
            <a:r>
              <a:rPr lang="pt-BR" sz="2200" dirty="0" err="1">
                <a:solidFill>
                  <a:schemeClr val="tx1"/>
                </a:solidFill>
              </a:rPr>
              <a:t>Facebook</a:t>
            </a:r>
            <a:r>
              <a:rPr lang="pt-BR" sz="2200" dirty="0">
                <a:solidFill>
                  <a:schemeClr val="tx1"/>
                </a:solidFill>
              </a:rPr>
              <a:t>) </a:t>
            </a:r>
            <a:endParaRPr lang="pt-BR" sz="2200" dirty="0" smtClean="0">
              <a:solidFill>
                <a:schemeClr val="tx1"/>
              </a:solidFill>
            </a:endParaRPr>
          </a:p>
          <a:p>
            <a:r>
              <a:rPr lang="pt-BR" sz="2200" dirty="0" smtClean="0">
                <a:solidFill>
                  <a:schemeClr val="tx1"/>
                </a:solidFill>
              </a:rPr>
              <a:t>• </a:t>
            </a:r>
            <a:r>
              <a:rPr lang="pt-BR" sz="2200" dirty="0">
                <a:solidFill>
                  <a:schemeClr val="tx1"/>
                </a:solidFill>
              </a:rPr>
              <a:t>Redes profissionais (</a:t>
            </a:r>
            <a:r>
              <a:rPr lang="pt-BR" sz="2200" dirty="0" err="1">
                <a:solidFill>
                  <a:schemeClr val="tx1"/>
                </a:solidFill>
              </a:rPr>
              <a:t>LinkedIn</a:t>
            </a:r>
            <a:r>
              <a:rPr lang="pt-BR" sz="2200" dirty="0" smtClean="0">
                <a:solidFill>
                  <a:schemeClr val="tx1"/>
                </a:solidFill>
              </a:rPr>
              <a:t>)</a:t>
            </a:r>
          </a:p>
          <a:p>
            <a:r>
              <a:rPr lang="pt-BR" sz="22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• Redes de fotos e vídeos (</a:t>
            </a:r>
            <a:r>
              <a:rPr lang="pt-BR" sz="2200" dirty="0" err="1">
                <a:solidFill>
                  <a:schemeClr val="tx1"/>
                </a:solidFill>
              </a:rPr>
              <a:t>Instagram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dirty="0" err="1">
                <a:solidFill>
                  <a:schemeClr val="tx1"/>
                </a:solidFill>
              </a:rPr>
              <a:t>TikTok</a:t>
            </a:r>
            <a:r>
              <a:rPr lang="pt-BR" sz="2200" dirty="0" smtClean="0">
                <a:solidFill>
                  <a:schemeClr val="tx1"/>
                </a:solidFill>
              </a:rPr>
              <a:t>)</a:t>
            </a:r>
          </a:p>
          <a:p>
            <a:r>
              <a:rPr lang="pt-BR" sz="22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• Redes de discussão e </a:t>
            </a:r>
            <a:r>
              <a:rPr lang="pt-BR" sz="2200" dirty="0" err="1">
                <a:solidFill>
                  <a:schemeClr val="tx1"/>
                </a:solidFill>
              </a:rPr>
              <a:t>microblogging</a:t>
            </a:r>
            <a:r>
              <a:rPr lang="pt-BR" sz="2200" dirty="0">
                <a:solidFill>
                  <a:schemeClr val="tx1"/>
                </a:solidFill>
              </a:rPr>
              <a:t> (</a:t>
            </a:r>
            <a:r>
              <a:rPr lang="pt-BR" sz="2200" dirty="0" err="1">
                <a:solidFill>
                  <a:schemeClr val="tx1"/>
                </a:solidFill>
              </a:rPr>
              <a:t>Twitter</a:t>
            </a:r>
            <a:r>
              <a:rPr lang="pt-BR" sz="2200" dirty="0">
                <a:solidFill>
                  <a:schemeClr val="tx1"/>
                </a:solidFill>
              </a:rPr>
              <a:t>/X</a:t>
            </a:r>
            <a:r>
              <a:rPr lang="pt-BR" sz="2200" dirty="0" smtClean="0">
                <a:solidFill>
                  <a:schemeClr val="tx1"/>
                </a:solidFill>
              </a:rPr>
              <a:t>)</a:t>
            </a:r>
          </a:p>
          <a:p>
            <a:r>
              <a:rPr lang="pt-BR" sz="22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• Redes de comunidades (</a:t>
            </a:r>
            <a:r>
              <a:rPr lang="pt-BR" sz="2200" dirty="0" err="1">
                <a:solidFill>
                  <a:schemeClr val="tx1"/>
                </a:solidFill>
              </a:rPr>
              <a:t>Reddit</a:t>
            </a:r>
            <a:r>
              <a:rPr lang="pt-BR" sz="22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661259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116632"/>
            <a:ext cx="8734744" cy="1224136"/>
          </a:xfrm>
        </p:spPr>
        <p:txBody>
          <a:bodyPr>
            <a:normAutofit/>
          </a:bodyPr>
          <a:lstStyle/>
          <a:p>
            <a:pPr algn="l"/>
            <a:r>
              <a:rPr lang="pt-BR" sz="3200" b="1" dirty="0" smtClean="0">
                <a:solidFill>
                  <a:schemeClr val="tx1"/>
                </a:solidFill>
              </a:rPr>
              <a:t>IMPORTÂNCIA E DESAFIOS DAS REDES SOCIAIS </a:t>
            </a:r>
            <a:endParaRPr lang="pt-BR" sz="3200" b="1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07504" y="1268760"/>
            <a:ext cx="4248472" cy="5402960"/>
          </a:xfrm>
        </p:spPr>
        <p:txBody>
          <a:bodyPr>
            <a:noAutofit/>
          </a:bodyPr>
          <a:lstStyle/>
          <a:p>
            <a:r>
              <a:rPr lang="pt-BR" sz="3690" dirty="0" smtClean="0"/>
              <a:t>Facilitam </a:t>
            </a:r>
            <a:r>
              <a:rPr lang="pt-BR" sz="3690" dirty="0"/>
              <a:t>a comunicação </a:t>
            </a:r>
          </a:p>
          <a:p>
            <a:r>
              <a:rPr lang="pt-BR" sz="3690" dirty="0" smtClean="0"/>
              <a:t>Ajudam </a:t>
            </a:r>
            <a:r>
              <a:rPr lang="pt-BR" sz="3690" dirty="0"/>
              <a:t>na divulgação de informações </a:t>
            </a:r>
          </a:p>
          <a:p>
            <a:r>
              <a:rPr lang="pt-BR" sz="3690" dirty="0" smtClean="0"/>
              <a:t>Criam </a:t>
            </a:r>
            <a:r>
              <a:rPr lang="pt-BR" sz="3690" dirty="0"/>
              <a:t>oportunidades profissionais 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4644008" y="1340768"/>
            <a:ext cx="4248472" cy="540296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3690" dirty="0" smtClean="0"/>
              <a:t>Desinformação </a:t>
            </a:r>
          </a:p>
          <a:p>
            <a:pPr algn="just"/>
            <a:r>
              <a:rPr lang="pt-BR" sz="3690" dirty="0" smtClean="0"/>
              <a:t>Uso </a:t>
            </a:r>
            <a:r>
              <a:rPr lang="pt-BR" sz="3690" dirty="0"/>
              <a:t>excessivo </a:t>
            </a:r>
          </a:p>
          <a:p>
            <a:pPr algn="just"/>
            <a:r>
              <a:rPr lang="pt-BR" sz="3690" dirty="0" smtClean="0"/>
              <a:t>Privacidade </a:t>
            </a:r>
            <a:r>
              <a:rPr lang="pt-BR" sz="3690" dirty="0"/>
              <a:t>de dados </a:t>
            </a:r>
          </a:p>
          <a:p>
            <a:pPr algn="just"/>
            <a:r>
              <a:rPr lang="pt-BR" sz="3690" dirty="0" smtClean="0"/>
              <a:t>Exposição </a:t>
            </a:r>
            <a:r>
              <a:rPr lang="pt-BR" sz="3690" dirty="0"/>
              <a:t>a conteúdos inadequados</a:t>
            </a:r>
            <a:endParaRPr lang="pt-BR" sz="3690" dirty="0" smtClean="0"/>
          </a:p>
        </p:txBody>
      </p:sp>
      <p:sp>
        <p:nvSpPr>
          <p:cNvPr id="5" name="Seta para baixo 4"/>
          <p:cNvSpPr/>
          <p:nvPr/>
        </p:nvSpPr>
        <p:spPr>
          <a:xfrm rot="10800000">
            <a:off x="4221843" y="1651843"/>
            <a:ext cx="268268" cy="4435693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15918"/>
      </p:ext>
    </p:extLst>
  </p:cSld>
  <p:clrMapOvr>
    <a:masterClrMapping/>
  </p:clrMapOvr>
  <p:transition spd="slow">
    <p:cover dir="r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 smtClean="0">
                <a:solidFill>
                  <a:schemeClr val="tx1"/>
                </a:solidFill>
              </a:rPr>
              <a:t>O que é o loop?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PT" dirty="0" smtClean="0"/>
              <a:t>O loop é uma rede social, focada no desenvolvmento social e pessoal. Ela tem o objectivo de potencializar a eficácia e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7850142"/>
      </p:ext>
    </p:extLst>
  </p:cSld>
  <p:clrMapOvr>
    <a:masterClrMapping/>
  </p:clrMapOvr>
  <p:transition spd="slow">
    <p:cover dir="r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ívic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1252</TotalTime>
  <Words>209</Words>
  <Application>Microsoft Office PowerPoint</Application>
  <PresentationFormat>Apresentação na tela (4:3)</PresentationFormat>
  <Paragraphs>30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Cívico</vt:lpstr>
      <vt:lpstr>INSTITUTO MÉDIO POLITÉCNCO DO BENGO</vt:lpstr>
      <vt:lpstr>INTRODUÇÃO</vt:lpstr>
      <vt:lpstr>OBJETIVO DAS REDES SOCIAIS</vt:lpstr>
      <vt:lpstr>CARACTERÍSTICAS PRINCIPAIS</vt:lpstr>
      <vt:lpstr>TIPOS DE REDES SOCIAIS</vt:lpstr>
      <vt:lpstr>IMPORTÂNCIA E DESAFIOS DAS REDES SOCIAIS </vt:lpstr>
      <vt:lpstr>O que é o loop?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MÉDIO POLITÉCNCO DO BENGO</dc:title>
  <dc:creator>NSVC</dc:creator>
  <cp:lastModifiedBy>NSVC</cp:lastModifiedBy>
  <cp:revision>12</cp:revision>
  <dcterms:created xsi:type="dcterms:W3CDTF">2025-11-29T14:12:07Z</dcterms:created>
  <dcterms:modified xsi:type="dcterms:W3CDTF">2025-12-03T12:49:01Z</dcterms:modified>
</cp:coreProperties>
</file>